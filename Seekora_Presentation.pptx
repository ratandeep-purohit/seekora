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914400"/>
            <a:ext cx="4572000" cy="4572000"/>
          </a:xfrm>
          <a:prstGeom prst="rect">
            <a:avLst/>
          </a:prstGeom>
          <a:solidFill>
            <a:srgbClr val="232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A5B4FC"/>
                </a:solidFill>
              </a:rPr>
              <a:t>Seekora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A Next-Gen Search Engine — Built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</a:rPr>
              <a:t>Second Year Project  |  Master of Computer Applications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Why do we need a new search engine?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🔒  Privacy Invasion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Google tracks every search, click, and location to serve targeted ads. Users have no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📢  Ad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Top search results are paid ads, not the most relevant content. Real results are buried below.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🔒  Opaque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Google's ranking algorithm is a black box. Bias and SEO manipulation go unchecked.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📦  No Custom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Developers / organizations cannot customize search behavior for their own domain or use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Seekora?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 complete, custom-built search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🌐  Full-Stack Search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End-to-end system: crawler → indexer → ranker → frontend.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🕷️  Own Web Crawler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Crawls real websites, respects robots.txt, stores structured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🧠  NLP-Powered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Tokenization, stemming, and spell correction for smarter matching.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🔗  Federated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Aggregates Google CSE, Brave Search, Bing in parallel for maximum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🎨  Premium Modern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Dark glassmorphism theme with 14 color themes, smooth Framer Motion animations.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235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🔐  Privacy-First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7103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Zero user tracking. No ads. No data sold.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How all the components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 User Query (React 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TypeScript · Zustand · TanStack Query · Framer Motion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1091672" cy="7315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457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517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Django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175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Receives query, dispatches to pipelines, merges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3291840" cy="7772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4572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🕷️  Web Crawler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BFS crawler · robots.txt · link discovery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520440"/>
            <a:ext cx="3291840" cy="7772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3520440"/>
            <a:ext cx="4572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 NLP Processor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NLTK · Stemming · Spell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520440"/>
            <a:ext cx="4114800" cy="7772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3520440"/>
            <a:ext cx="457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3566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🔗  Federated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Google CSE · Brave · Bing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11091672" cy="68580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34840"/>
            <a:ext cx="4572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805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🗃️  MySQL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463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WebPage · SearchIndex · Image · Video models  —  Inverted Index with TF-IDF weights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Web Crawler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Custom crawler engine built with Python &amp; BeautifulSoup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🚀  BFS Link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Starts from seed URLs, follows all valid internal/external links recursively.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🤖  robots.txt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Reads and respects crawl delay and disallow rules for every domain.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⚡  Concurrent Fetching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ThreadPoolExecutor for parallel URL fetching — crawls faster.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📥  Content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BeautifulSoup parses    title, description, body text, images, and videos.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🗄️  Stores to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Saves structured WebPage objects with full-text content for indexing.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NLP Query Processing &amp;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Making searches relevant, not just keyword-matched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✂️  Tokenization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Breaks raw query into individual words/tokens.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🌿  Stemming (Porter)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Reduces words to root form — 'searching' → 'search'.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📝  Spell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Auto-suggests corrected query when typos are detected.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📊  TF-IDF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Each word gets a relevance weight. Pages are ranked by total weighted score.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🔎  Inverted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Word → [page_id, weight] map stored in MySQL SearchIndex table for O(1) lookup.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Multi-Vertical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Dedicated pipelines for each content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🌐  Web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CSE primary · Brave Search fallback · Local DB (TF-IDF) last resort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173736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4476" y="173736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182880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🖼️  Image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19456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Image API · Bing Image scraper fallback · 50 results per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📰  News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News RSS feed · Real-time articles with source &amp; 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301752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4476" y="301752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1636" y="310896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🎥  Video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347472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YouTube-focused scraping via DuckDuckGo · Direct YouTube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Python · Django REST Framework · NLTK · BeautifulSoup · MySQL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169164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4476" y="169164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1636" y="178308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1636" y="214884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React · TypeScript · TailwindCSS · Framer Motion · Zustand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Custom Search · Brave Search · Bing · YouTube RSS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288036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6" y="288036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297180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6" y="333756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Git · GitHub · .env secrets · Django StatReloader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MySQL · Django ORM · Paginator · Inverted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4069080"/>
            <a:ext cx="5271516" cy="109728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4069080"/>
            <a:ext cx="457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1636" y="416052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UI/UX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1636" y="4526280"/>
            <a:ext cx="5088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Glassmorphism · Dark Mode · 14 Color Themes · Lucide Icons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Beyond just search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⚡  Live Crawling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Triggers real-time crawl if local index has &lt; 10 results for a query.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173736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4476" y="173736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182880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🎨  14 Color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19456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Full UI color scheme switches instantly — accent, background, glass cards all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🕐  Live Clock Widget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Real-time date &amp; time shown in the header of the home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301752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4476" y="301752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1636" y="310896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🔍  Autocomplete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347472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Backend-powered suggestions from indexed keywords as you type.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9768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📖  Knowledge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Rich summary card extracted from top result shown beside web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4297680"/>
            <a:ext cx="5271516" cy="118872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4476" y="4297680"/>
            <a:ext cx="45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36" y="4389120"/>
            <a:ext cx="50886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</a:rPr>
              <a:t>📄  Pagination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6" y="4754880"/>
            <a:ext cx="50886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Google-style page navigation for all search verticals.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6 roles · 1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Ratandeep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Backend &amp; Web Crawler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6344" y="182880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96596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4944" y="1984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7864" y="196596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7864" y="233172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Database &amp; Video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2608" y="182880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96596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1208" y="1984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4128" y="196596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Shivam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4128" y="233172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Search Ranking &amp; Image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7472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30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1188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News Pipeline &amp; QA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6344" y="347472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61188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944" y="3630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7864" y="361188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Vanshika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7864" y="397764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Frontend UI/UX &amp;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12608" y="3474720"/>
            <a:ext cx="3453384" cy="1463040"/>
          </a:xfrm>
          <a:prstGeom prst="rect">
            <a:avLst/>
          </a:prstGeom>
          <a:solidFill>
            <a:srgbClr val="13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61188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1208" y="3630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4128" y="3611880"/>
            <a:ext cx="2630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Jainika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4128" y="3977640"/>
            <a:ext cx="2630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Documentation &amp; DevOps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 search box is NOT simple — it's a distributed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NLP + Indexing is what separates search from ctrl+F.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Federated search gives resilience when one source fails.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062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Privacy-first design is possible without sacrificing quality.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B4FC"/>
                </a:solidFill>
              </a:rPr>
              <a:t>github.com/Ratandeep-purohit/Seekora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5B4FC"/>
                </a:solidFill>
              </a:rPr>
              <a:t>Thank You 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